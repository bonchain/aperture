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914400"/>
            <a:ext cx="4937760" cy="4937760"/>
          </a:xfrm>
          <a:prstGeom prst="ellipse">
            <a:avLst/>
          </a:prstGeom>
          <a:solidFill>
            <a:srgbClr val="15203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1645920"/>
            <a:ext cx="3474720" cy="347472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4DA2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60604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58368" y="2971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disclosure layer for confidential payments on Sui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from the public. Provable to whoever you choose.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Overflow 2026</a:t>
            </a:r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DeFi &amp; Payments track   ·   working name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 transfers hide the amounts — and blind every tool built to check them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shipped confidential transfers (June 2026): balances &amp; transfer amounts are encrypted on-chain. Great for privacy — but it breaks the compliance stack that assumed amounts were readable.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017520"/>
            <a:ext cx="868680" cy="86868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977" y="324337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tools go dark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709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Chainalysis/TRM-style analytics read amounts off-chain. Encrypt the amount and they see nothing.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69748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017520"/>
            <a:ext cx="868680" cy="86868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297" y="324337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shipped auditor model is god-key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4709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Contra's per-account auditor decrypts everything a user sees. Same model markets criticized on Starknet.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69748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3017520"/>
            <a:ext cx="868680" cy="86868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324337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40690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Issuers can't prove compliance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66760" y="4709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/ stablecoin / payroll on-chain need selective disclosure — not all-or-nothing visibility.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two-week-old primitive, and the compliance layer is wide open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8 2026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confidential transfers → public beta on Devnet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"Exploring"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 Labs &amp; Merkle Science are still only assessing how to audit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2026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21040" y="2880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Testnet, then mainnet — real money is not live yet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35640" cy="1874520"/>
          </a:xfrm>
          <a:prstGeom prst="roundRect">
            <a:avLst>
              <a:gd name="adj" fmla="val 4390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4526280"/>
            <a:ext cx="1051560" cy="10515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246" y="4799686"/>
            <a:ext cx="504749" cy="50474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286000" y="4526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286000" y="493776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has shipped audit / disclosure tooling on Contra. The category is proven on other chains (Aztec, Aleo, Zcash) — but their architectures don't port to Sui. First credible application here owns the relationship with Mysten and its compliance partners.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Aperture: the compliance layer every confidential token plugs into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payments app — an audit &amp; disclosure layer that sits beside any confidential token on Sui. Two sides of one product: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88920"/>
            <a:ext cx="914400" cy="91440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30266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05740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 Console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issuers &amp; operators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42976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auditor decrypts the org's flows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reports, export for accountants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Audit-trail-of-audit: who viewed what, when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26480" y="246888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788920"/>
            <a:ext cx="914400" cy="9144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302666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B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4380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Proof-of-Figure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4465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holders &amp; end users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92240" y="42976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 number — payroll total, income, tax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...without handing over the key or other rows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user-controlled — the model markets trust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what Contra already gives 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 — read with permission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377440" cy="1005840"/>
          </a:xfrm>
          <a:prstGeom prst="roundRect">
            <a:avLst>
              <a:gd name="adj" fmla="val 81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key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(designated)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672" y="233172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20440" y="2011680"/>
            <a:ext cx="2377440" cy="1005840"/>
          </a:xfrm>
          <a:prstGeom prst="roundRect">
            <a:avLst>
              <a:gd name="adj" fmla="val 81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11880" y="2011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recoverPrivateKey()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33172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0" y="2011680"/>
            <a:ext cx="2377440" cy="1005840"/>
          </a:xfrm>
          <a:prstGeom prst="roundRect">
            <a:avLst>
              <a:gd name="adj" fmla="val 81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92240" y="2011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org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&amp; flows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2331720"/>
            <a:ext cx="365760" cy="3657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281160" y="2011680"/>
            <a:ext cx="2377440" cy="1005840"/>
          </a:xfrm>
          <a:prstGeom prst="roundRect">
            <a:avLst>
              <a:gd name="adj" fmla="val 81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9372600" y="2011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40080" y="3429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B — prove without revealing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3794760"/>
            <a:ext cx="2377440" cy="1005840"/>
          </a:xfrm>
          <a:prstGeom prst="roundRect">
            <a:avLst>
              <a:gd name="adj" fmla="val 8182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31520" y="3794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encrypted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4114800"/>
            <a:ext cx="365760" cy="3657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520440" y="3794760"/>
            <a:ext cx="2377440" cy="1005840"/>
          </a:xfrm>
          <a:prstGeom prst="roundRect">
            <a:avLst>
              <a:gd name="adj" fmla="val 8182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3611880" y="3794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Ciphertext.add()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(homomorphic sum)</a:t>
            </a:r>
            <a:endParaRPr lang="en-US" sz="12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4114800"/>
            <a:ext cx="365760" cy="3657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400800" y="3794760"/>
            <a:ext cx="2377440" cy="1005840"/>
          </a:xfrm>
          <a:prstGeom prst="roundRect">
            <a:avLst>
              <a:gd name="adj" fmla="val 8182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6492240" y="3794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ElGamalNizk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sum = X</a:t>
            </a:r>
            <a:endParaRPr lang="en-US" sz="12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4114800"/>
            <a:ext cx="365760" cy="36576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281160" y="3794760"/>
            <a:ext cx="2377440" cy="1005840"/>
          </a:xfrm>
          <a:prstGeom prst="roundRect">
            <a:avLst>
              <a:gd name="adj" fmla="val 8182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9372600" y="3794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verify_elgamal()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40080" y="5166360"/>
            <a:ext cx="10835640" cy="960120"/>
          </a:xfrm>
          <a:prstGeom prst="roundRect">
            <a:avLst>
              <a:gd name="adj" fmla="val 8571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914400" y="5349240"/>
            <a:ext cx="594360" cy="59436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4" y="5503774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691640" y="528523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is free from Contra. </a:t>
            </a:r>
            <a:pPr indent="0" marL="0">
              <a:buNone/>
            </a:pPr>
            <a:r>
              <a:rPr lang="en-US" sz="13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 is the hard part — and homomorphic addition lets us do it without the recursive ZK circuits Aztec's PrivPNL needs. That's our edge.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hard to copy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21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B is the moat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6060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clones in a week (it's free). The scoped proof layer is real crypto work — and we've mapped it to Contra's primitives.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48840"/>
            <a:ext cx="777240" cy="77724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509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21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First-mover on a new primitive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06640" y="26060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is two weeks old. Being the first working compliance app earns the Mysten relationship others can't backfill.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97680"/>
            <a:ext cx="777240" cy="77724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44997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70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side of regulation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7548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disclosure, not anonymity — aligned with the EU 2027 direction. We copy Aztec's model, not Starknet's god-key.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97680"/>
            <a:ext cx="777240" cy="77724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4997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0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others lack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06640" y="47548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hospital / enterprise delivery + PDPA depth from real work — credibility crypto-native teams can't fake.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Issuers pay for compliance infra. Users get Mode B free.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9384"/>
            <a:ext cx="548640" cy="54864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07203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issuer / operator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297680" y="18288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C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49240" y="18288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infra is legally non-optional — no way around it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74320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2889504"/>
            <a:ext cx="548640" cy="54864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3032150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7889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 / holder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297680" y="278892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49240" y="278892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Mode B as a built-in feature from the issuer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849624"/>
            <a:ext cx="548640" cy="54864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399227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7490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297680" y="374904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349240" y="37490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disclosure — doesn't buy software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635240" y="1783080"/>
            <a:ext cx="3840480" cy="2926080"/>
          </a:xfrm>
          <a:prstGeom prst="roundRect">
            <a:avLst>
              <a:gd name="adj" fmla="val 2813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90956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Open-core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7909560" y="251460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open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buyers must audit the code — openness is a sales requirement, not a giveaway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console + cert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per issuer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Per-proof usage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 disclosures scale with use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40080" y="4892040"/>
            <a:ext cx="10835640" cy="1143000"/>
          </a:xfrm>
          <a:prstGeom prst="roundRect">
            <a:avLst>
              <a:gd name="adj" fmla="val 720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1" y="528706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737360" y="502920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on timing:  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is devnet-only until late 2026, so near-term “revenue” is grants + design partners + positioning — not ARR. We're buying the category lead now, monetizing at mainnet.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 Mysten's pipeline to become the default layer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822960" cy="82296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3628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Hackathon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7490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recognition as Sui's confidential-compliance team. Mysten invited compliance builders; TRM/Merkle haven't shipped.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48840"/>
            <a:ext cx="822960" cy="82296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10" y="236281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63440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— Design partner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63440" y="37490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ONE issuer on the same devnet (Mysten is already courting Bridge &amp; stablecoin issuers). “X uses it” beats “someone might.”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18288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148840"/>
            <a:ext cx="822960" cy="82296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30" y="236281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7260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366760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Become default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66760" y="374904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audit/disclosure layer confidential tokens reach for. Network effect: more issuers → auditors learn our format → it sets the standard.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ship this exact thing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on Sui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5786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place, Sui Overflow 2025 (PactDa — escrow + zkLogin). I ship on this stack.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48840"/>
            <a:ext cx="777240" cy="77724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509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Contra knowledge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06640" y="25786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mapped the full SDK, auditor model, and the Mode B crypto path from the source.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51960"/>
            <a:ext cx="777240" cy="77724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44540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compliance domain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68172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delivering gov/hospital/enterprise systems; PDPA fluency from live client work.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51960"/>
            <a:ext cx="777240" cy="777240"/>
          </a:xfrm>
          <a:prstGeom prst="ellipse">
            <a:avLst/>
          </a:prstGeom>
          <a:solidFill>
            <a:srgbClr val="1B28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45404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+ AI velocity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06640" y="468172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build, fast iteration — scope held to a demo that actually runs, not a feature list.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023360" cy="4023360"/>
          </a:xfrm>
          <a:prstGeom prst="ellipse">
            <a:avLst/>
          </a:prstGeom>
          <a:solidFill>
            <a:srgbClr val="1520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ASK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ship, and what we need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7863840" cy="1005840"/>
          </a:xfrm>
          <a:prstGeom prst="roundRect">
            <a:avLst>
              <a:gd name="adj" fmla="val 8182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671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— Devnet PoC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1920" y="216712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demo: Mode A console + Mode B proof-of-figure that verifies on-chain.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7863840" cy="1005840"/>
          </a:xfrm>
          <a:prstGeom prst="roundRect">
            <a:avLst>
              <a:gd name="adj" fmla="val 81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33101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— Testnet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31920" y="331012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proof layer; land first design-partner issuer; Travel-Rule disclosure flow.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343400"/>
            <a:ext cx="7863840" cy="1005840"/>
          </a:xfrm>
          <a:prstGeom prst="roundRect">
            <a:avLst>
              <a:gd name="adj" fmla="val 8182"/>
            </a:avLst>
          </a:prstGeom>
          <a:solidFill>
            <a:srgbClr val="1520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4531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— Mainnet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31920" y="445312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Open-core launch; become the default audit/disclosure layer for confidential tokens on Sui.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732520" y="2057400"/>
            <a:ext cx="2743200" cy="3291840"/>
          </a:xfrm>
          <a:prstGeom prst="roundRect">
            <a:avLst>
              <a:gd name="adj" fmla="val 3000"/>
            </a:avLst>
          </a:prstGeom>
          <a:solidFill>
            <a:srgbClr val="1B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784080" y="2377440"/>
            <a:ext cx="685800" cy="6858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388" y="255574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9611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961120" y="3703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 to one confidential-token issuer on Sui — and Mysten's eyes on the disclosure model.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</a:t>
            </a:r>
            <a:pPr indent="0" marL="0">
              <a:buNone/>
            </a:pPr>
            <a:r>
              <a:rPr lang="en-US" sz="1300" i="1" dirty="0">
                <a:solidFill>
                  <a:srgbClr val="94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private from the public, provable to whoever you choose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Aperture — Confidential Compliance Layer on Sui</dc:title>
  <dc:subject>PptxGenJS Presentation</dc:subject>
  <dc:creator>Ten</dc:creator>
  <cp:lastModifiedBy>Ten</cp:lastModifiedBy>
  <cp:revision>1</cp:revision>
  <dcterms:created xsi:type="dcterms:W3CDTF">2026-06-19T09:16:24Z</dcterms:created>
  <dcterms:modified xsi:type="dcterms:W3CDTF">2026-06-19T09:16:24Z</dcterms:modified>
</cp:coreProperties>
</file>